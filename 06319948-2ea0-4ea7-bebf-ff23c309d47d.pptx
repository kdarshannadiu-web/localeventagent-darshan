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1894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Brief: Modern Web Application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476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comprehensive overview of our latest digital product initiative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87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86107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285952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responsive, user-centric web platform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0172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cutting-edge technologies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4392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seamless cross-device experience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18611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scalable, maintainable codebase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21444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9301"/>
            <a:ext cx="626030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Architecture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227189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46162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64867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3688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 Framework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8224" y="487703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React-based architecture with modern hooks and component patterns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27189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46162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64867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368879"/>
            <a:ext cx="31956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 Infrastructure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451396" y="48770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API integration with cloud-native solutions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27189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46162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64867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3688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Responsive Design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9874568" y="4877038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Mobile-first approach ensuring optimal performance across devices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612" y="553641"/>
            <a:ext cx="5285065" cy="660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Principles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04612" y="1516142"/>
            <a:ext cx="201335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4612" y="1835348"/>
            <a:ext cx="7734776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704612" y="1981676"/>
            <a:ext cx="2798564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User-Centric Approach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04612" y="2432566"/>
            <a:ext cx="7734776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design decision prioritises end-user experience and accessibility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04612" y="3106936"/>
            <a:ext cx="201335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04612" y="3426142"/>
            <a:ext cx="7734776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0" name="Text 7"/>
          <p:cNvSpPr/>
          <p:nvPr/>
        </p:nvSpPr>
        <p:spPr>
          <a:xfrm>
            <a:off x="704612" y="3572470"/>
            <a:ext cx="264247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Visual Consistency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704612" y="4023360"/>
            <a:ext cx="7734776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design system with reusable components and patterns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04612" y="4697730"/>
            <a:ext cx="201335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4612" y="5016937"/>
            <a:ext cx="7734776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704612" y="5163264"/>
            <a:ext cx="3240643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Optimisation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704612" y="5614154"/>
            <a:ext cx="7734776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Lightning-fast load times and smooth interactions throughout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04612" y="6288524"/>
            <a:ext cx="201335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04612" y="6607731"/>
            <a:ext cx="7734776" cy="2286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Text 15"/>
          <p:cNvSpPr/>
          <p:nvPr/>
        </p:nvSpPr>
        <p:spPr>
          <a:xfrm>
            <a:off x="704612" y="6754058"/>
            <a:ext cx="2845475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Accessibility Standards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04612" y="7204948"/>
            <a:ext cx="7734776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2.1 compliant ensuring inclusive digital experiences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325" y="1074896"/>
            <a:ext cx="5745956" cy="68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Development Timeline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452235" y="2073354"/>
            <a:ext cx="22860" cy="5081349"/>
          </a:xfrm>
          <a:prstGeom prst="roundRect">
            <a:avLst>
              <a:gd name="adj" fmla="val 383703"/>
            </a:avLst>
          </a:prstGeom>
          <a:solidFill>
            <a:srgbClr val="B2D4E5"/>
          </a:solidFill>
          <a:ln/>
        </p:spPr>
      </p:sp>
      <p:sp>
        <p:nvSpPr>
          <p:cNvPr id="5" name="Shape 2"/>
          <p:cNvSpPr/>
          <p:nvPr/>
        </p:nvSpPr>
        <p:spPr>
          <a:xfrm>
            <a:off x="6664285" y="2296835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B2D4E5"/>
          </a:solidFill>
          <a:ln/>
        </p:spPr>
      </p:sp>
      <p:sp>
        <p:nvSpPr>
          <p:cNvPr id="6" name="Shape 3"/>
          <p:cNvSpPr/>
          <p:nvPr/>
        </p:nvSpPr>
        <p:spPr>
          <a:xfrm>
            <a:off x="6217325" y="2073354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7810" y="2102703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496413" y="2145030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1: Discovery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96413" y="2612827"/>
            <a:ext cx="6403062" cy="66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Requirements gathering, user research, technical feasibility assessment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64285" y="3922157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B2D4E5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325" y="3698677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87810" y="3728025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7496413" y="3770352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2: Design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496413" y="4238149"/>
            <a:ext cx="6403062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Wireframing, prototyping, design system creation, user testing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64285" y="5213390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B2D4E5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325" y="4989909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87810" y="5019258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7496413" y="5061585"/>
            <a:ext cx="274224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3: Development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496413" y="5529382"/>
            <a:ext cx="6403062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implementation, backend integration, quality assurance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664285" y="6504623"/>
            <a:ext cx="626507" cy="22860"/>
          </a:xfrm>
          <a:prstGeom prst="roundRect">
            <a:avLst>
              <a:gd name="adj" fmla="val 383703"/>
            </a:avLst>
          </a:prstGeom>
          <a:solidFill>
            <a:srgbClr val="B2D4E5"/>
          </a:solidFill>
          <a:ln/>
        </p:spPr>
      </p:sp>
      <p:sp>
        <p:nvSpPr>
          <p:cNvPr id="21" name="Shape 18"/>
          <p:cNvSpPr/>
          <p:nvPr/>
        </p:nvSpPr>
        <p:spPr>
          <a:xfrm>
            <a:off x="6217325" y="6281142"/>
            <a:ext cx="469821" cy="469821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87810" y="6310491"/>
            <a:ext cx="328851" cy="411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50" dirty="0"/>
          </a:p>
        </p:txBody>
      </p:sp>
      <p:sp>
        <p:nvSpPr>
          <p:cNvPr id="23" name="Text 20"/>
          <p:cNvSpPr/>
          <p:nvPr/>
        </p:nvSpPr>
        <p:spPr>
          <a:xfrm>
            <a:off x="7496413" y="6352818"/>
            <a:ext cx="2741057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Phase 4: Launch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7496413" y="6820614"/>
            <a:ext cx="6403062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testing, deployment, monitoring, post-launch optimisation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581" y="508873"/>
            <a:ext cx="4857512" cy="607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7581" y="1879283"/>
            <a:ext cx="6441877" cy="1455063"/>
          </a:xfrm>
          <a:prstGeom prst="roundRect">
            <a:avLst>
              <a:gd name="adj" fmla="val 754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7581" y="1856423"/>
            <a:ext cx="6441877" cy="91440"/>
          </a:xfrm>
          <a:prstGeom prst="roundRect">
            <a:avLst>
              <a:gd name="adj" fmla="val 84997"/>
            </a:avLst>
          </a:prstGeom>
          <a:solidFill>
            <a:srgbClr val="007EBD"/>
          </a:solidFill>
          <a:ln/>
        </p:spPr>
      </p:sp>
      <p:sp>
        <p:nvSpPr>
          <p:cNvPr id="5" name="Shape 3"/>
          <p:cNvSpPr/>
          <p:nvPr/>
        </p:nvSpPr>
        <p:spPr>
          <a:xfrm>
            <a:off x="3590925" y="1601748"/>
            <a:ext cx="555069" cy="555069"/>
          </a:xfrm>
          <a:prstGeom prst="roundRect">
            <a:avLst>
              <a:gd name="adj" fmla="val 164736"/>
            </a:avLst>
          </a:prstGeom>
          <a:solidFill>
            <a:srgbClr val="007EBD"/>
          </a:solidFill>
          <a:ln/>
        </p:spPr>
      </p:sp>
      <p:sp>
        <p:nvSpPr>
          <p:cNvPr id="6" name="Text 4"/>
          <p:cNvSpPr/>
          <p:nvPr/>
        </p:nvSpPr>
        <p:spPr>
          <a:xfrm>
            <a:off x="3757374" y="1740456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5464" y="2341840"/>
            <a:ext cx="242875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Intuitive Navigation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5464" y="2830473"/>
            <a:ext cx="6026110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information architecture with logical user flows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7581" y="3796903"/>
            <a:ext cx="6441877" cy="1455063"/>
          </a:xfrm>
          <a:prstGeom prst="roundRect">
            <a:avLst>
              <a:gd name="adj" fmla="val 754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7581" y="3774043"/>
            <a:ext cx="6441877" cy="91440"/>
          </a:xfrm>
          <a:prstGeom prst="roundRect">
            <a:avLst>
              <a:gd name="adj" fmla="val 84997"/>
            </a:avLst>
          </a:prstGeom>
          <a:solidFill>
            <a:srgbClr val="007EBD"/>
          </a:solidFill>
          <a:ln/>
        </p:spPr>
      </p:sp>
      <p:sp>
        <p:nvSpPr>
          <p:cNvPr id="11" name="Shape 9"/>
          <p:cNvSpPr/>
          <p:nvPr/>
        </p:nvSpPr>
        <p:spPr>
          <a:xfrm>
            <a:off x="3590925" y="3519368"/>
            <a:ext cx="555069" cy="555069"/>
          </a:xfrm>
          <a:prstGeom prst="roundRect">
            <a:avLst>
              <a:gd name="adj" fmla="val 164736"/>
            </a:avLst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3757374" y="3658076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5464" y="4259461"/>
            <a:ext cx="2428756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Updates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55464" y="4748093"/>
            <a:ext cx="6026110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content synchronisation across all touchpoints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7581" y="5714524"/>
            <a:ext cx="6441877" cy="1455063"/>
          </a:xfrm>
          <a:prstGeom prst="roundRect">
            <a:avLst>
              <a:gd name="adj" fmla="val 754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7581" y="5691664"/>
            <a:ext cx="6441877" cy="91440"/>
          </a:xfrm>
          <a:prstGeom prst="roundRect">
            <a:avLst>
              <a:gd name="adj" fmla="val 84997"/>
            </a:avLst>
          </a:prstGeom>
          <a:solidFill>
            <a:srgbClr val="007EBD"/>
          </a:solidFill>
          <a:ln/>
        </p:spPr>
      </p:sp>
      <p:sp>
        <p:nvSpPr>
          <p:cNvPr id="17" name="Shape 15"/>
          <p:cNvSpPr/>
          <p:nvPr/>
        </p:nvSpPr>
        <p:spPr>
          <a:xfrm>
            <a:off x="3590925" y="5436989"/>
            <a:ext cx="555069" cy="555069"/>
          </a:xfrm>
          <a:prstGeom prst="roundRect">
            <a:avLst>
              <a:gd name="adj" fmla="val 164736"/>
            </a:avLst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3757374" y="5575697"/>
            <a:ext cx="222052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5464" y="6177082"/>
            <a:ext cx="2498884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Authentication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5464" y="6665714"/>
            <a:ext cx="6026110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Multi-factor authentication ensuring data protection</a:t>
            </a:r>
            <a:endParaRPr lang="en-US" sz="14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8563" y="1601748"/>
            <a:ext cx="6441877" cy="64418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368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061573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3252907"/>
            <a:ext cx="297894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JavaScript/TypeScript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757720" y="3761065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Type-safe development ensuring robust code quality and maintainability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061573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0814" y="325290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Infrastructure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420814" y="3761065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hosting with automated deployment pipelines and monitoring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4049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57720" y="51318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RESTful APIs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757720" y="5639991"/>
            <a:ext cx="541567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data exchange with comprehensive documentation standards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40498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20814" y="513183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Security Protocols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420814" y="5639991"/>
            <a:ext cx="541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Industry-standard encryption and compliance with data protection regulations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0059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Success Metrics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9983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95%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384578" y="60301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Satisfaction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65383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approval rating from initial user testing groups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49983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2s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26681" y="60301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Time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235893" y="65383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page load time for optimal user experience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499836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99.9%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268783" y="60301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Uptime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677995" y="653831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Guaranteed system availability and reliability standards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9240"/>
            <a:ext cx="5616178" cy="70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Collaboration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784" y="1852732"/>
            <a:ext cx="4939903" cy="49399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8277" y="1825943"/>
            <a:ext cx="4399955" cy="42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Cross-Functional Excellence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6218277" y="2601278"/>
            <a:ext cx="106918" cy="106918"/>
          </a:xfrm>
          <a:prstGeom prst="roundRect">
            <a:avLst>
              <a:gd name="adj" fmla="val 427617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6539032" y="2487692"/>
            <a:ext cx="2808089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9032" y="3052524"/>
            <a:ext cx="735008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Crafting intuitive, visually compelling interfaces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18277" y="3936206"/>
            <a:ext cx="106918" cy="106918"/>
          </a:xfrm>
          <a:prstGeom prst="roundRect">
            <a:avLst>
              <a:gd name="adj" fmla="val 427617"/>
            </a:avLst>
          </a:prstGeom>
          <a:solidFill>
            <a:srgbClr val="007EBD"/>
          </a:solidFill>
          <a:ln/>
        </p:spPr>
      </p:sp>
      <p:sp>
        <p:nvSpPr>
          <p:cNvPr id="9" name="Text 6"/>
          <p:cNvSpPr/>
          <p:nvPr/>
        </p:nvSpPr>
        <p:spPr>
          <a:xfrm>
            <a:off x="6539032" y="3822621"/>
            <a:ext cx="2808089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Developers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39032" y="4387453"/>
            <a:ext cx="735008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robust, scalable technical solutions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218277" y="5271135"/>
            <a:ext cx="106918" cy="106918"/>
          </a:xfrm>
          <a:prstGeom prst="roundRect">
            <a:avLst>
              <a:gd name="adj" fmla="val 427617"/>
            </a:avLst>
          </a:prstGeom>
          <a:solidFill>
            <a:srgbClr val="007EBD"/>
          </a:solidFill>
          <a:ln/>
        </p:spPr>
      </p:sp>
      <p:sp>
        <p:nvSpPr>
          <p:cNvPr id="12" name="Text 9"/>
          <p:cNvSpPr/>
          <p:nvPr/>
        </p:nvSpPr>
        <p:spPr>
          <a:xfrm>
            <a:off x="6539032" y="5157549"/>
            <a:ext cx="2808089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Managers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539032" y="5722382"/>
            <a:ext cx="735008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Aligning vision with user needs and business goals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218277" y="6606064"/>
            <a:ext cx="106918" cy="106918"/>
          </a:xfrm>
          <a:prstGeom prst="roundRect">
            <a:avLst>
              <a:gd name="adj" fmla="val 427617"/>
            </a:avLst>
          </a:prstGeom>
          <a:solidFill>
            <a:srgbClr val="007EBD"/>
          </a:solidFill>
          <a:ln/>
        </p:spPr>
      </p:sp>
      <p:sp>
        <p:nvSpPr>
          <p:cNvPr id="15" name="Text 12"/>
          <p:cNvSpPr/>
          <p:nvPr/>
        </p:nvSpPr>
        <p:spPr>
          <a:xfrm>
            <a:off x="6539032" y="6492478"/>
            <a:ext cx="2808089" cy="35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QA Specialists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39032" y="7057311"/>
            <a:ext cx="735008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quality through rigorous testing protocols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9546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Steps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979890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2067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&amp; Feedback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2154674" y="271486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 alignment on project scope and deliverables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40775"/>
            <a:ext cx="1134070" cy="16875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5675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Kickoff Meeting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2154674" y="407574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Finalise team roles, timelines, and communication protocols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28367"/>
            <a:ext cx="1134070" cy="16875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2551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Begin Development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2154674" y="576333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Commence sprint planning and initial implementation phase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69711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 something extraordinary together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2025-11-01T05:58:31Z</dcterms:created>
  <dcterms:modified xsi:type="dcterms:W3CDTF">2025-11-01T05:58:31Z</dcterms:modified>
</cp:coreProperties>
</file>